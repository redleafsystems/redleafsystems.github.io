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0000"/>
    <a:srgbClr val="FF5B5B"/>
    <a:srgbClr val="9A0000"/>
    <a:srgbClr val="FF41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06E74-D046-61B2-5671-119577D25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14143-A9D6-649D-6516-8C1ADB70F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CDA18-73E2-F3E9-C688-16C4C2B39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38C3-BBD2-4313-A02B-CFA58CD0F059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248AE-BD80-3FB7-8043-4104420ED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0D6D2-081C-C560-5750-37C70A8A9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FAAF-2741-4E84-A4BB-4E8EE687D4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852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77181-C278-6C8F-C100-F3F7BD64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F2284-0707-1FCC-A2AE-619D0981E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029E7-E5E6-D580-28BB-D8DC4252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38C3-BBD2-4313-A02B-CFA58CD0F059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77DC6-668C-9FF5-8AE4-ADC473B6A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6646B-CA1A-05F5-7C94-05FE5CE1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FAAF-2741-4E84-A4BB-4E8EE687D4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972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8529-14F4-5656-4362-41FAAA23D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1BED8-66AC-AA8A-DC59-665309492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3B138-6003-2729-04FC-E7AA7CB1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38C3-BBD2-4313-A02B-CFA58CD0F059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7B318-6E32-CAA7-285B-C5620AC7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EDC7E-FD64-BEE4-20C2-F0654072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FAAF-2741-4E84-A4BB-4E8EE687D4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6099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D097D-2EE2-C99E-D9EB-FD7D8CD3B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368B8-0BF2-408B-E6CB-05E7CF95B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3B0DC-B9F5-DD86-5822-A8C510C5E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AE0E9-7E1D-1114-BD2A-007D8EFF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38C3-BBD2-4313-A02B-CFA58CD0F059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496CF-E52F-FAF9-8B28-33C06A5D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A2C53-1D15-BF91-A428-54EE7DEA5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FAAF-2741-4E84-A4BB-4E8EE687D4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6599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1EC18-133E-9E66-2DE1-A38EAF2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00478-AF06-FE78-4B5F-A325A5A45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13C37-3913-5F67-8E40-1886C4A13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27878-FF73-4EB1-13F6-2D748E75E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A1C18-40CD-CD9B-7281-3CA0BA72C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C64496-22FE-6351-4A3C-A7632AD6E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38C3-BBD2-4313-A02B-CFA58CD0F059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02736-E7A7-4A7C-D58B-B9C3DBD4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2426AF-E658-FB50-D15A-EEE823B9E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FAAF-2741-4E84-A4BB-4E8EE687D4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97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F5E6C-E812-3B28-987C-9D2E4E4C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63C90-CEDB-F9AA-382D-34164FF9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38C3-BBD2-4313-A02B-CFA58CD0F059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C1987-F3DE-EF53-A156-378739B12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081AF-F6EB-443C-F27A-6B46A2F95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FAAF-2741-4E84-A4BB-4E8EE687D4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0327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82CCF9-4891-BE7D-79F2-0CF54F45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38C3-BBD2-4313-A02B-CFA58CD0F059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5F5A3-7FC9-AF06-172C-B4F3EE58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6CC2A-C5DA-614B-8AD8-CC425B0D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FAAF-2741-4E84-A4BB-4E8EE687D4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814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A0B75-6E35-6E6D-1CC2-BD258BBE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930B3-AC02-9450-A926-158D4691B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C41D1-2B3E-5783-B9CD-5F3F6971A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8541E-9C3A-D38D-9851-00FBB6450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38C3-BBD2-4313-A02B-CFA58CD0F059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91E2A-02CE-E6D3-51A4-860E9EDB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00F17-C76D-6369-F84F-B1EF92EFE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FAAF-2741-4E84-A4BB-4E8EE687D4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6116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0A103-18DF-30CA-BCB3-76620C6FC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44ACD8-A083-661D-408C-A71B414F6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5A31-C121-1E35-5A24-9B2FA9FDE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0DEA5-11D4-EABD-3282-E0F6EA079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38C3-BBD2-4313-A02B-CFA58CD0F059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C4AC6-38DF-80B0-95BF-3F089A7AF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22C83-58D5-311E-2E19-858ACFB08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FAAF-2741-4E84-A4BB-4E8EE687D4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15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F94D-3D96-C441-E81C-531C21139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76C97-A47A-CEB5-8F76-B7BA7329F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36037-2647-1CD7-DECB-1039C2F3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38C3-BBD2-4313-A02B-CFA58CD0F059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DBD5F-61F6-D2E4-5685-C157BDFD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47159-A23F-A170-F042-B7DEBD9F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FAAF-2741-4E84-A4BB-4E8EE687D4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3751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870812-9BC6-B921-7906-1990B71AC0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47B01-5B9A-4925-75FD-6DF437C3E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1DBC9-C616-4F6C-EE8E-F6B6247B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38C3-BBD2-4313-A02B-CFA58CD0F059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D6991-DC84-4241-F0AE-F93D597DB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78DD4-99F3-50C7-D425-EC250387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2FAAF-2741-4E84-A4BB-4E8EE687D4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2040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3A39C2-875E-C8C6-BF26-28F243A43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7C639-AFE5-2949-DA98-5CF6FE7B7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159D2-25F4-BEF2-6AE2-5F7DC93C5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C38C3-BBD2-4313-A02B-CFA58CD0F059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CDDF4-267F-E721-9DB7-F8D97B6F2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4A9FC-60E5-5019-FA4B-47F3A1212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2FAAF-2741-4E84-A4BB-4E8EE687D42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1611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4" descr="Maple Leaf with solid fill">
            <a:extLst>
              <a:ext uri="{FF2B5EF4-FFF2-40B4-BE49-F238E27FC236}">
                <a16:creationId xmlns:a16="http://schemas.microsoft.com/office/drawing/2014/main" id="{08D5D189-30D5-BC42-1651-8842027ADF2F}"/>
              </a:ext>
            </a:extLst>
          </p:cNvPr>
          <p:cNvSpPr/>
          <p:nvPr/>
        </p:nvSpPr>
        <p:spPr>
          <a:xfrm>
            <a:off x="4715764" y="2015565"/>
            <a:ext cx="2760471" cy="2826870"/>
          </a:xfrm>
          <a:custGeom>
            <a:avLst/>
            <a:gdLst>
              <a:gd name="csX0" fmla="*/ 2045787 w 2760471"/>
              <a:gd name="csY0" fmla="*/ 1970875 h 2826870"/>
              <a:gd name="csX1" fmla="*/ 2760471 w 2760471"/>
              <a:gd name="csY1" fmla="*/ 1515877 h 2826870"/>
              <a:gd name="csX2" fmla="*/ 2564518 w 2760471"/>
              <a:gd name="csY2" fmla="*/ 1449542 h 2826870"/>
              <a:gd name="csX3" fmla="*/ 2524219 w 2760471"/>
              <a:gd name="csY3" fmla="*/ 1368109 h 2826870"/>
              <a:gd name="csX4" fmla="*/ 2525970 w 2760471"/>
              <a:gd name="csY4" fmla="*/ 1363515 h 2826870"/>
              <a:gd name="csX5" fmla="*/ 2688611 w 2760471"/>
              <a:gd name="csY5" fmla="*/ 981727 h 2826870"/>
              <a:gd name="csX6" fmla="*/ 2278201 w 2760471"/>
              <a:gd name="csY6" fmla="*/ 1070067 h 2826870"/>
              <a:gd name="csX7" fmla="*/ 2201879 w 2760471"/>
              <a:gd name="csY7" fmla="*/ 1020770 h 2826870"/>
              <a:gd name="csX8" fmla="*/ 2200880 w 2760471"/>
              <a:gd name="csY8" fmla="*/ 1014750 h 2826870"/>
              <a:gd name="csX9" fmla="*/ 2177044 w 2760471"/>
              <a:gd name="csY9" fmla="*/ 812115 h 2826870"/>
              <a:gd name="csX10" fmla="*/ 1873605 w 2760471"/>
              <a:gd name="csY10" fmla="*/ 1148770 h 2826870"/>
              <a:gd name="csX11" fmla="*/ 1805551 w 2760471"/>
              <a:gd name="csY11" fmla="*/ 1152284 h 2826870"/>
              <a:gd name="csX12" fmla="*/ 1790437 w 2760471"/>
              <a:gd name="csY12" fmla="*/ 1107748 h 2826870"/>
              <a:gd name="csX13" fmla="*/ 1931781 w 2760471"/>
              <a:gd name="csY13" fmla="*/ 344750 h 2826870"/>
              <a:gd name="csX14" fmla="*/ 1685490 w 2760471"/>
              <a:gd name="csY14" fmla="*/ 509062 h 2826870"/>
              <a:gd name="csX15" fmla="*/ 1596392 w 2760471"/>
              <a:gd name="csY15" fmla="*/ 491262 h 2826870"/>
              <a:gd name="csX16" fmla="*/ 1590982 w 2760471"/>
              <a:gd name="csY16" fmla="*/ 481371 h 2826870"/>
              <a:gd name="csX17" fmla="*/ 1380316 w 2760471"/>
              <a:gd name="csY17" fmla="*/ 0 h 2826870"/>
              <a:gd name="csX18" fmla="*/ 1169714 w 2760471"/>
              <a:gd name="csY18" fmla="*/ 481371 h 2826870"/>
              <a:gd name="csX19" fmla="*/ 1085098 w 2760471"/>
              <a:gd name="csY19" fmla="*/ 514471 h 2826870"/>
              <a:gd name="csX20" fmla="*/ 1075207 w 2760471"/>
              <a:gd name="csY20" fmla="*/ 509062 h 2826870"/>
              <a:gd name="csX21" fmla="*/ 828723 w 2760471"/>
              <a:gd name="csY21" fmla="*/ 344750 h 2826870"/>
              <a:gd name="csX22" fmla="*/ 970066 w 2760471"/>
              <a:gd name="csY22" fmla="*/ 1107748 h 2826870"/>
              <a:gd name="csX23" fmla="*/ 931435 w 2760471"/>
              <a:gd name="csY23" fmla="*/ 1163884 h 2826870"/>
              <a:gd name="csX24" fmla="*/ 886899 w 2760471"/>
              <a:gd name="csY24" fmla="*/ 1148770 h 2826870"/>
              <a:gd name="csX25" fmla="*/ 583460 w 2760471"/>
              <a:gd name="csY25" fmla="*/ 812115 h 2826870"/>
              <a:gd name="csX26" fmla="*/ 559624 w 2760471"/>
              <a:gd name="csY26" fmla="*/ 1014750 h 2826870"/>
              <a:gd name="csX27" fmla="*/ 488323 w 2760471"/>
              <a:gd name="csY27" fmla="*/ 1071066 h 2826870"/>
              <a:gd name="csX28" fmla="*/ 482303 w 2760471"/>
              <a:gd name="csY28" fmla="*/ 1070067 h 2826870"/>
              <a:gd name="csX29" fmla="*/ 71860 w 2760471"/>
              <a:gd name="csY29" fmla="*/ 981727 h 2826870"/>
              <a:gd name="csX30" fmla="*/ 234502 w 2760471"/>
              <a:gd name="csY30" fmla="*/ 1363515 h 2826870"/>
              <a:gd name="csX31" fmla="*/ 200547 w 2760471"/>
              <a:gd name="csY31" fmla="*/ 1447792 h 2826870"/>
              <a:gd name="csX32" fmla="*/ 195954 w 2760471"/>
              <a:gd name="csY32" fmla="*/ 1449542 h 2826870"/>
              <a:gd name="csX33" fmla="*/ 0 w 2760471"/>
              <a:gd name="csY33" fmla="*/ 1515877 h 2826870"/>
              <a:gd name="csX34" fmla="*/ 714845 w 2760471"/>
              <a:gd name="csY34" fmla="*/ 1970875 h 2826870"/>
              <a:gd name="csX35" fmla="*/ 739998 w 2760471"/>
              <a:gd name="csY35" fmla="*/ 2048935 h 2826870"/>
              <a:gd name="csX36" fmla="*/ 621879 w 2760471"/>
              <a:gd name="csY36" fmla="*/ 2344247 h 2826870"/>
              <a:gd name="csX37" fmla="*/ 1274662 w 2760471"/>
              <a:gd name="csY37" fmla="*/ 2194037 h 2826870"/>
              <a:gd name="csX38" fmla="*/ 1313172 w 2760471"/>
              <a:gd name="csY38" fmla="*/ 2218140 h 2826870"/>
              <a:gd name="csX39" fmla="*/ 1313949 w 2760471"/>
              <a:gd name="csY39" fmla="*/ 2226932 h 2826870"/>
              <a:gd name="csX40" fmla="*/ 1283945 w 2760471"/>
              <a:gd name="csY40" fmla="*/ 2826871 h 2826870"/>
              <a:gd name="csX41" fmla="*/ 1476687 w 2760471"/>
              <a:gd name="csY41" fmla="*/ 2826871 h 2826870"/>
              <a:gd name="csX42" fmla="*/ 1446683 w 2760471"/>
              <a:gd name="csY42" fmla="*/ 2226835 h 2826870"/>
              <a:gd name="csX43" fmla="*/ 1477281 w 2760471"/>
              <a:gd name="csY43" fmla="*/ 2193257 h 2826870"/>
              <a:gd name="csX44" fmla="*/ 1485970 w 2760471"/>
              <a:gd name="csY44" fmla="*/ 2194037 h 2826870"/>
              <a:gd name="csX45" fmla="*/ 2138753 w 2760471"/>
              <a:gd name="csY45" fmla="*/ 2344247 h 2826870"/>
              <a:gd name="csX46" fmla="*/ 2020634 w 2760471"/>
              <a:gd name="csY46" fmla="*/ 2048935 h 2826870"/>
              <a:gd name="csX47" fmla="*/ 2045787 w 2760471"/>
              <a:gd name="csY47" fmla="*/ 1970875 h 28268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</a:cxnLst>
            <a:rect l="l" t="t" r="r" b="b"/>
            <a:pathLst>
              <a:path w="2760471" h="2826870">
                <a:moveTo>
                  <a:pt x="2045787" y="1970875"/>
                </a:moveTo>
                <a:lnTo>
                  <a:pt x="2760471" y="1515877"/>
                </a:lnTo>
                <a:lnTo>
                  <a:pt x="2564518" y="1449542"/>
                </a:lnTo>
                <a:cubicBezTo>
                  <a:pt x="2530904" y="1438183"/>
                  <a:pt x="2512860" y="1401723"/>
                  <a:pt x="2524219" y="1368109"/>
                </a:cubicBezTo>
                <a:cubicBezTo>
                  <a:pt x="2524743" y="1366558"/>
                  <a:pt x="2525327" y="1365025"/>
                  <a:pt x="2525970" y="1363515"/>
                </a:cubicBezTo>
                <a:lnTo>
                  <a:pt x="2688611" y="981727"/>
                </a:lnTo>
                <a:lnTo>
                  <a:pt x="2278201" y="1070067"/>
                </a:lnTo>
                <a:cubicBezTo>
                  <a:pt x="2243511" y="1077529"/>
                  <a:pt x="2209341" y="1055460"/>
                  <a:pt x="2201879" y="1020770"/>
                </a:cubicBezTo>
                <a:cubicBezTo>
                  <a:pt x="2201451" y="1018782"/>
                  <a:pt x="2201117" y="1016771"/>
                  <a:pt x="2200880" y="1014750"/>
                </a:cubicBezTo>
                <a:lnTo>
                  <a:pt x="2177044" y="812115"/>
                </a:lnTo>
                <a:lnTo>
                  <a:pt x="1873605" y="1148770"/>
                </a:lnTo>
                <a:cubicBezTo>
                  <a:pt x="1855783" y="1168532"/>
                  <a:pt x="1825314" y="1170106"/>
                  <a:pt x="1805551" y="1152284"/>
                </a:cubicBezTo>
                <a:cubicBezTo>
                  <a:pt x="1793119" y="1141073"/>
                  <a:pt x="1787395" y="1124211"/>
                  <a:pt x="1790437" y="1107748"/>
                </a:cubicBezTo>
                <a:lnTo>
                  <a:pt x="1931781" y="344750"/>
                </a:lnTo>
                <a:lnTo>
                  <a:pt x="1685490" y="509062"/>
                </a:lnTo>
                <a:cubicBezTo>
                  <a:pt x="1655971" y="528750"/>
                  <a:pt x="1616080" y="520780"/>
                  <a:pt x="1596392" y="491262"/>
                </a:cubicBezTo>
                <a:cubicBezTo>
                  <a:pt x="1594301" y="488130"/>
                  <a:pt x="1592492" y="484821"/>
                  <a:pt x="1590982" y="481371"/>
                </a:cubicBezTo>
                <a:lnTo>
                  <a:pt x="1380316" y="0"/>
                </a:lnTo>
                <a:lnTo>
                  <a:pt x="1169714" y="481371"/>
                </a:lnTo>
                <a:cubicBezTo>
                  <a:pt x="1155490" y="513877"/>
                  <a:pt x="1117603" y="528696"/>
                  <a:pt x="1085098" y="514471"/>
                </a:cubicBezTo>
                <a:cubicBezTo>
                  <a:pt x="1081648" y="512961"/>
                  <a:pt x="1078339" y="511150"/>
                  <a:pt x="1075207" y="509062"/>
                </a:cubicBezTo>
                <a:lnTo>
                  <a:pt x="828723" y="344750"/>
                </a:lnTo>
                <a:lnTo>
                  <a:pt x="970066" y="1107748"/>
                </a:lnTo>
                <a:cubicBezTo>
                  <a:pt x="974901" y="1133916"/>
                  <a:pt x="957606" y="1159049"/>
                  <a:pt x="931435" y="1163884"/>
                </a:cubicBezTo>
                <a:cubicBezTo>
                  <a:pt x="914971" y="1166926"/>
                  <a:pt x="898110" y="1161201"/>
                  <a:pt x="886899" y="1148770"/>
                </a:cubicBezTo>
                <a:lnTo>
                  <a:pt x="583460" y="812115"/>
                </a:lnTo>
                <a:lnTo>
                  <a:pt x="559624" y="1014750"/>
                </a:lnTo>
                <a:cubicBezTo>
                  <a:pt x="555487" y="1049990"/>
                  <a:pt x="523562" y="1075204"/>
                  <a:pt x="488323" y="1071066"/>
                </a:cubicBezTo>
                <a:cubicBezTo>
                  <a:pt x="486302" y="1070828"/>
                  <a:pt x="484291" y="1070494"/>
                  <a:pt x="482303" y="1070067"/>
                </a:cubicBezTo>
                <a:lnTo>
                  <a:pt x="71860" y="981727"/>
                </a:lnTo>
                <a:lnTo>
                  <a:pt x="234502" y="1363515"/>
                </a:lnTo>
                <a:cubicBezTo>
                  <a:pt x="248398" y="1396163"/>
                  <a:pt x="233194" y="1433895"/>
                  <a:pt x="200547" y="1447792"/>
                </a:cubicBezTo>
                <a:cubicBezTo>
                  <a:pt x="199037" y="1448434"/>
                  <a:pt x="197505" y="1449019"/>
                  <a:pt x="195954" y="1449542"/>
                </a:cubicBezTo>
                <a:lnTo>
                  <a:pt x="0" y="1515877"/>
                </a:lnTo>
                <a:lnTo>
                  <a:pt x="714845" y="1970875"/>
                </a:lnTo>
                <a:cubicBezTo>
                  <a:pt x="740907" y="1987464"/>
                  <a:pt x="751472" y="2020252"/>
                  <a:pt x="739998" y="2048935"/>
                </a:cubicBezTo>
                <a:lnTo>
                  <a:pt x="621879" y="2344247"/>
                </a:lnTo>
                <a:lnTo>
                  <a:pt x="1274662" y="2194037"/>
                </a:lnTo>
                <a:cubicBezTo>
                  <a:pt x="1291951" y="2190060"/>
                  <a:pt x="1309191" y="2200851"/>
                  <a:pt x="1313172" y="2218140"/>
                </a:cubicBezTo>
                <a:cubicBezTo>
                  <a:pt x="1313833" y="2221021"/>
                  <a:pt x="1314093" y="2223980"/>
                  <a:pt x="1313949" y="2226932"/>
                </a:cubicBezTo>
                <a:lnTo>
                  <a:pt x="1283945" y="2826871"/>
                </a:lnTo>
                <a:lnTo>
                  <a:pt x="1476687" y="2826871"/>
                </a:lnTo>
                <a:lnTo>
                  <a:pt x="1446683" y="2226835"/>
                </a:lnTo>
                <a:cubicBezTo>
                  <a:pt x="1445861" y="2209113"/>
                  <a:pt x="1459558" y="2194079"/>
                  <a:pt x="1477281" y="2193257"/>
                </a:cubicBezTo>
                <a:cubicBezTo>
                  <a:pt x="1480201" y="2193119"/>
                  <a:pt x="1483124" y="2193382"/>
                  <a:pt x="1485970" y="2194037"/>
                </a:cubicBezTo>
                <a:lnTo>
                  <a:pt x="2138753" y="2344247"/>
                </a:lnTo>
                <a:lnTo>
                  <a:pt x="2020634" y="2048935"/>
                </a:lnTo>
                <a:cubicBezTo>
                  <a:pt x="2009160" y="2020252"/>
                  <a:pt x="2019725" y="1987464"/>
                  <a:pt x="2045787" y="1970875"/>
                </a:cubicBezTo>
                <a:close/>
              </a:path>
            </a:pathLst>
          </a:custGeom>
          <a:gradFill>
            <a:gsLst>
              <a:gs pos="0">
                <a:srgbClr val="FF5B5B"/>
              </a:gs>
              <a:gs pos="100000">
                <a:srgbClr val="8E0000"/>
              </a:gs>
            </a:gsLst>
            <a:lin ang="2700000" scaled="0"/>
          </a:gradFill>
          <a:ln w="32048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3378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G</dc:creator>
  <cp:lastModifiedBy>Ben G</cp:lastModifiedBy>
  <cp:revision>1</cp:revision>
  <dcterms:created xsi:type="dcterms:W3CDTF">2025-11-24T01:16:28Z</dcterms:created>
  <dcterms:modified xsi:type="dcterms:W3CDTF">2025-11-24T01:56:28Z</dcterms:modified>
</cp:coreProperties>
</file>