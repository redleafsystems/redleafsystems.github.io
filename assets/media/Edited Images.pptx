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8" r:id="rId3"/>
    <p:sldId id="257" r:id="rId4"/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3D00"/>
    <a:srgbClr val="0035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 showGuides="1">
      <p:cViewPr>
        <p:scale>
          <a:sx n="100" d="100"/>
          <a:sy n="100" d="100"/>
        </p:scale>
        <p:origin x="138" y="23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03443-3DEB-EAB5-2C98-20BA7AD1AD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126427-0FC5-CBFD-7AB8-F56CCE62C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678C0-DD97-FF0E-1C00-6D70C5651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F4B-5220-418F-97B3-DCAF43551767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EA0E4-3DE6-031D-DFDE-0983F8B8E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420D4-3FBA-BE34-CBC3-B85BD5389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A230-7F1C-43A6-8E31-281975F3AD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397043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92B88-2CC6-CE85-03A9-095F9BAC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633CA-B77C-8821-D26D-1337B41D54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0A615-24C5-6230-7BA0-BA52A682D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F4B-5220-418F-97B3-DCAF43551767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EBDEC-CF80-337E-DC04-051EE89C7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884C6-EAAA-1594-652B-462A2D7B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A230-7F1C-43A6-8E31-281975F3AD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7069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ACDDD-D913-7288-AE41-42C7EBB15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4B237-8460-55FC-706E-18AD84BBF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D9570-84B1-9ABE-85DD-894FEFD6E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F4B-5220-418F-97B3-DCAF43551767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0B603-7B13-B6C5-4896-53FB59762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8959B-5FED-71F5-AB22-9B187881B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A230-7F1C-43A6-8E31-281975F3AD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381979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12D09-3524-691A-1183-35B325DE0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43B68-5554-C0A9-BF10-D76BADD58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61A26-0637-CBFA-E5D5-2E950475E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1B370F-DCC1-8150-5383-2C0007B98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F4B-5220-418F-97B3-DCAF43551767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32506-202D-2233-2308-0AD68CC2A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667106-D67E-1D87-B33D-AEE8937A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A230-7F1C-43A6-8E31-281975F3AD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35443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DADCED-A47D-0797-9D8F-AA555153B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A15CB-981F-8F3B-9605-CE7DEE2BC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41209-8484-A24A-3AFE-A657223852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6D4D62-84FF-0D0A-68E0-6A46F01B4F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A38444-22A6-9A74-F9AB-B8AAE37E8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3303C6-D985-D711-D6A2-55FF0225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F4B-5220-418F-97B3-DCAF43551767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BF06FE-9A3D-ECE1-2EB8-E86B72D29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907FA6-3B37-6039-505D-127246588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A230-7F1C-43A6-8E31-281975F3AD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65673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EB006-B0D6-AFE6-BDC2-462B269D9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1F9C28-D867-6BBB-8F4E-BFF7666DA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F4B-5220-418F-97B3-DCAF43551767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B66E39-810D-30AB-D50D-9742143E6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C5797-69AD-39CD-9FC3-93F15D0EE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A230-7F1C-43A6-8E31-281975F3AD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07837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9F5A03-6540-F175-637D-48BAE8EAD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F4B-5220-418F-97B3-DCAF43551767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215D6C-F39B-1D91-A7A4-3A950A613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87ED2-CD65-7497-99E4-7754F694A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A230-7F1C-43A6-8E31-281975F3AD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157866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397F8-8C76-2D54-0FAB-B67ADAEE32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9CD642-4C25-C54D-40F5-16C5C85585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14C8C1-9DBD-C80D-67B1-66D666F1A4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3FE21-65D4-8FD2-8B26-6F1AF64C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F4B-5220-418F-97B3-DCAF43551767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E1759-9927-E4EC-84DD-1DCD6B606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936660-A1C9-C83A-2FDA-3B86405E5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A230-7F1C-43A6-8E31-281975F3AD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5848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9BDA3-1407-CC41-5B7E-8C5A8B884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32732C-833A-B072-E773-E6D8E04F9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5EF92-C1C7-E40E-4B69-5CD81479BD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6CFFB7-0DFE-D9F3-AE23-25632105F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F4B-5220-418F-97B3-DCAF43551767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C5DBF-2E47-101C-8075-3DAE8EC14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E2F90-CA4F-1C2C-D683-5AD09A677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A230-7F1C-43A6-8E31-281975F3AD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5935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5B77-9DCC-4BA1-BD31-EEB8D056F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7A90A8-4C6C-DB80-2C36-0A6F611BD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523A5-8B6D-B6E8-2859-392C0E65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F4B-5220-418F-97B3-DCAF43551767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3327C-7948-A71F-8A7F-6B32F9113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FF5F78-9961-B81C-11F1-DFBB2484E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A230-7F1C-43A6-8E31-281975F3AD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966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9AADE3-CAE0-5729-0C9D-45F0E854F5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9894D5-3A4C-43DB-3AF5-FDA65F71D8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BF1C8-95D9-1272-494B-D054BF492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B2F4B-5220-418F-97B3-DCAF43551767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A8BEB-4B10-7A98-2913-45ECFFF03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A7222-D763-7C47-18AF-8F5F14FA6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6A230-7F1C-43A6-8E31-281975F3AD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70791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CE404-0EFA-882C-38E5-B76CE7CF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04B38-28B5-B91F-D8D1-E6C4BB281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910623-9F97-E281-D4C8-92B74E824E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FB2F4B-5220-418F-97B3-DCAF43551767}" type="datetimeFigureOut">
              <a:rPr lang="en-CA" smtClean="0"/>
              <a:t>23-Nov-25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8FFD1-F8FC-B977-0A41-13598A3422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27C70-778A-F332-A0EC-CDC5D758CC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E6A230-7F1C-43A6-8E31-281975F3AD3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5894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9348A5-097E-6F9D-5618-B03001BA75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111CAE8-99DD-6A2C-2652-32B3A73ED24D}"/>
              </a:ext>
            </a:extLst>
          </p:cNvPr>
          <p:cNvSpPr/>
          <p:nvPr/>
        </p:nvSpPr>
        <p:spPr>
          <a:xfrm>
            <a:off x="8817909" y="2944906"/>
            <a:ext cx="2572871" cy="968188"/>
          </a:xfrm>
          <a:prstGeom prst="roundRect">
            <a:avLst/>
          </a:prstGeom>
          <a:gradFill>
            <a:gsLst>
              <a:gs pos="0">
                <a:srgbClr val="003552"/>
              </a:gs>
              <a:gs pos="100000">
                <a:srgbClr val="093D00"/>
              </a:gs>
            </a:gsLst>
            <a:lin ang="0" scaled="0"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The project configuration code</a:t>
            </a:r>
          </a:p>
        </p:txBody>
      </p:sp>
    </p:spTree>
    <p:extLst>
      <p:ext uri="{BB962C8B-B14F-4D97-AF65-F5344CB8AC3E}">
        <p14:creationId xmlns:p14="http://schemas.microsoft.com/office/powerpoint/2010/main" val="3793225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73048D-3504-C76D-46D0-23511DC6A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85053F-C932-1A57-4289-1A808614224E}"/>
              </a:ext>
            </a:extLst>
          </p:cNvPr>
          <p:cNvSpPr/>
          <p:nvPr/>
        </p:nvSpPr>
        <p:spPr>
          <a:xfrm>
            <a:off x="8817909" y="2944906"/>
            <a:ext cx="2572871" cy="968188"/>
          </a:xfrm>
          <a:prstGeom prst="roundRect">
            <a:avLst/>
          </a:prstGeom>
          <a:gradFill>
            <a:gsLst>
              <a:gs pos="0">
                <a:srgbClr val="003552"/>
              </a:gs>
              <a:gs pos="100000">
                <a:srgbClr val="093D00"/>
              </a:gs>
            </a:gsLst>
            <a:lin ang="0" scaled="0"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 for the saved indicator bar and the grid of items</a:t>
            </a:r>
          </a:p>
        </p:txBody>
      </p:sp>
    </p:spTree>
    <p:extLst>
      <p:ext uri="{BB962C8B-B14F-4D97-AF65-F5344CB8AC3E}">
        <p14:creationId xmlns:p14="http://schemas.microsoft.com/office/powerpoint/2010/main" val="39979612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0BC63D-E9D7-3005-E2A8-309A64F8EA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DF54DC-9378-578A-0750-99749198A80A}"/>
              </a:ext>
            </a:extLst>
          </p:cNvPr>
          <p:cNvSpPr/>
          <p:nvPr/>
        </p:nvSpPr>
        <p:spPr>
          <a:xfrm>
            <a:off x="8817909" y="2944906"/>
            <a:ext cx="2572871" cy="968188"/>
          </a:xfrm>
          <a:prstGeom prst="roundRect">
            <a:avLst/>
          </a:prstGeom>
          <a:gradFill>
            <a:gsLst>
              <a:gs pos="0">
                <a:srgbClr val="003552"/>
              </a:gs>
              <a:gs pos="100000">
                <a:srgbClr val="093D00"/>
              </a:gs>
            </a:gsLst>
            <a:lin ang="0" scaled="0"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Some of the code used to automatically save the data</a:t>
            </a:r>
          </a:p>
        </p:txBody>
      </p:sp>
    </p:spTree>
    <p:extLst>
      <p:ext uri="{BB962C8B-B14F-4D97-AF65-F5344CB8AC3E}">
        <p14:creationId xmlns:p14="http://schemas.microsoft.com/office/powerpoint/2010/main" val="4294420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C40AD8-E652-C040-3381-6E10EFF88C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AB4DE4-5F43-51EF-A55D-BEA182894403}"/>
              </a:ext>
            </a:extLst>
          </p:cNvPr>
          <p:cNvSpPr/>
          <p:nvPr/>
        </p:nvSpPr>
        <p:spPr>
          <a:xfrm>
            <a:off x="8817909" y="2944906"/>
            <a:ext cx="2572871" cy="968188"/>
          </a:xfrm>
          <a:prstGeom prst="roundRect">
            <a:avLst/>
          </a:prstGeom>
          <a:gradFill>
            <a:gsLst>
              <a:gs pos="0">
                <a:srgbClr val="003552"/>
              </a:gs>
              <a:gs pos="100000">
                <a:srgbClr val="093D00"/>
              </a:gs>
            </a:gsLst>
            <a:lin ang="0" scaled="0"/>
          </a:gradFill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Code for my custom header, seen below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C556EC1-E962-31C0-468C-5C51864652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594" t="8750" r="38235" b="85000"/>
          <a:stretch>
            <a:fillRect/>
          </a:stretch>
        </p:blipFill>
        <p:spPr>
          <a:xfrm>
            <a:off x="8729994" y="3968262"/>
            <a:ext cx="2748700" cy="417029"/>
          </a:xfrm>
          <a:prstGeom prst="rect">
            <a:avLst/>
          </a:prstGeom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2330226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33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 G</dc:creator>
  <cp:lastModifiedBy>Ben G</cp:lastModifiedBy>
  <cp:revision>4</cp:revision>
  <dcterms:created xsi:type="dcterms:W3CDTF">2025-11-23T22:20:35Z</dcterms:created>
  <dcterms:modified xsi:type="dcterms:W3CDTF">2025-11-24T00:44:52Z</dcterms:modified>
</cp:coreProperties>
</file>