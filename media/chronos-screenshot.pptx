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199313" cy="15119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1B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2" d="100"/>
          <a:sy n="52" d="100"/>
        </p:scale>
        <p:origin x="28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2474395"/>
            <a:ext cx="6119416" cy="5263774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7941160"/>
            <a:ext cx="5399485" cy="3650342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0B65-4430-445E-A601-4181F5C1149B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35E69-50EF-4584-AA6A-F56F87AEC6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2220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0B65-4430-445E-A601-4181F5C1149B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35E69-50EF-4584-AA6A-F56F87AEC6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1363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3769342"/>
            <a:ext cx="6209407" cy="6289229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10118069"/>
            <a:ext cx="6209407" cy="330735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0B65-4430-445E-A601-4181F5C1149B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35E69-50EF-4584-AA6A-F56F87AEC6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7251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4024827"/>
            <a:ext cx="3059708" cy="959308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4024827"/>
            <a:ext cx="3059708" cy="959308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0B65-4430-445E-A601-4181F5C1149B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35E69-50EF-4584-AA6A-F56F87AEC6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085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804969"/>
            <a:ext cx="6209407" cy="29223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3706342"/>
            <a:ext cx="3045646" cy="181642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5522763"/>
            <a:ext cx="3045646" cy="81231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3706342"/>
            <a:ext cx="3060646" cy="181642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5522763"/>
            <a:ext cx="3060646" cy="81231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0B65-4430-445E-A601-4181F5C1149B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35E69-50EF-4584-AA6A-F56F87AEC6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0136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0B65-4430-445E-A601-4181F5C1149B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35E69-50EF-4584-AA6A-F56F87AEC6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4153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0B65-4430-445E-A601-4181F5C1149B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35E69-50EF-4584-AA6A-F56F87AEC6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6595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1007957"/>
            <a:ext cx="2321966" cy="352784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2176910"/>
            <a:ext cx="3644652" cy="10744538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4535805"/>
            <a:ext cx="2321966" cy="8403140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0B65-4430-445E-A601-4181F5C1149B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35E69-50EF-4584-AA6A-F56F87AEC6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3673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1007957"/>
            <a:ext cx="2321966" cy="352784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2176910"/>
            <a:ext cx="3644652" cy="10744538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4535805"/>
            <a:ext cx="2321966" cy="8403140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0B65-4430-445E-A601-4181F5C1149B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35E69-50EF-4584-AA6A-F56F87AEC6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8120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0B65-4430-445E-A601-4181F5C1149B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35E69-50EF-4584-AA6A-F56F87AEC6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0402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804966"/>
            <a:ext cx="1552352" cy="1281295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804966"/>
            <a:ext cx="4567064" cy="128129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0B65-4430-445E-A601-4181F5C1149B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35E69-50EF-4584-AA6A-F56F87AEC6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0590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804969"/>
            <a:ext cx="6209407" cy="2922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4024827"/>
            <a:ext cx="6209407" cy="9593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14013401"/>
            <a:ext cx="1619845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40B65-4430-445E-A601-4181F5C1149B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14013401"/>
            <a:ext cx="2429768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14013401"/>
            <a:ext cx="1619845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935E69-50EF-4584-AA6A-F56F87AEC6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1522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7F21B0-1012-C40C-2407-7762C78FA357}"/>
              </a:ext>
            </a:extLst>
          </p:cNvPr>
          <p:cNvSpPr txBox="1"/>
          <p:nvPr/>
        </p:nvSpPr>
        <p:spPr>
          <a:xfrm>
            <a:off x="0" y="6590179"/>
            <a:ext cx="7199313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6000" dirty="0">
                <a:solidFill>
                  <a:schemeClr val="bg1"/>
                </a:solidFill>
              </a:rPr>
              <a:t>Screenshot coming soon!</a:t>
            </a:r>
            <a:endParaRPr lang="en-CA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640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4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Gallagher</dc:creator>
  <cp:lastModifiedBy>Ben Gallagher</cp:lastModifiedBy>
  <cp:revision>1</cp:revision>
  <dcterms:created xsi:type="dcterms:W3CDTF">2026-09-23T21:07:54Z</dcterms:created>
  <dcterms:modified xsi:type="dcterms:W3CDTF">2026-09-23T21:10:26Z</dcterms:modified>
</cp:coreProperties>
</file>